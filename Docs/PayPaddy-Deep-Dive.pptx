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PAYPADDY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Lagos Standard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Collateralized Escrow for Nigerian Commerce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Pitch | Q2 2026 Launch | Lagos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Ade | ade.adedo@gmail.com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78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078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first collateralized escrow marketplace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85623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stake ₦100K-500K collateral, slashed on fraud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633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BVN + NIN + Liveness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Pool: Like a security deposit for e-commerce.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Nigerian buyers experienced fraud in online transactions.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097280"/>
          </a:xfrm>
          <a:prstGeom prst="rect">
            <a:avLst/>
          </a:prstGeom>
          <a:solidFill>
            <a:srgbClr val="EF8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₦21.7T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market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828800" cy="1097280"/>
          </a:xfrm>
          <a:prstGeom prst="rect">
            <a:avLst/>
          </a:prstGeom>
          <a:solidFill>
            <a:srgbClr val="EF8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affected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1828800" cy="1097280"/>
          </a:xfrm>
          <a:prstGeom prst="rect">
            <a:avLst/>
          </a:prstGeom>
          <a:solidFill>
            <a:srgbClr val="EF8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Commerce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growth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1828800" cy="1097280"/>
          </a:xfrm>
          <a:prstGeom prst="rect">
            <a:avLst/>
          </a:prstGeom>
          <a:solidFill>
            <a:srgbClr val="EF83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₦850B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fraud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trust deficit paralyzes commerce. Buyers hesitate. Sellers lose sales. Everyone loses.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640080"/>
          </a:xfrm>
          <a:prstGeom prst="roundRect">
            <a:avLst/>
          </a:prstGeom>
          <a:solidFill>
            <a:srgbClr val="FDEEE7"/>
          </a:solidFill>
          <a:ln w="25400">
            <a:solidFill>
              <a:srgbClr val="EF83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built by stakes, not promises.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PayPaddy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Reputation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collateral at stake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Low/flexible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₦100K-500K 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Guarantee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resolution time: 7-30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escrow hold + SafeGuard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The 5-Step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822960" cy="822960"/>
          </a:xfrm>
          <a:prstGeom prst="ellipse">
            <a:avLst/>
          </a:prstGeom>
          <a:solidFill>
            <a:srgbClr val="EF83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81328" y="1600200"/>
            <a:ext cx="228600" cy="0"/>
          </a:xfrm>
          <a:prstGeom prst="line">
            <a:avLst/>
          </a:prstGeom>
          <a:noFill/>
          <a:ln w="25400">
            <a:solidFill>
              <a:srgbClr val="8A9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188720"/>
            <a:ext cx="822960" cy="822960"/>
          </a:xfrm>
          <a:prstGeom prst="ellipse">
            <a:avLst/>
          </a:prstGeom>
          <a:solidFill>
            <a:srgbClr val="EF83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44368" y="1600200"/>
            <a:ext cx="228600" cy="0"/>
          </a:xfrm>
          <a:prstGeom prst="line">
            <a:avLst/>
          </a:prstGeom>
          <a:noFill/>
          <a:ln w="25400">
            <a:solidFill>
              <a:srgbClr val="8A9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822960" cy="822960"/>
          </a:xfrm>
          <a:prstGeom prst="ellipse">
            <a:avLst/>
          </a:prstGeom>
          <a:solidFill>
            <a:srgbClr val="EF83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07408" y="1600200"/>
            <a:ext cx="228600" cy="0"/>
          </a:xfrm>
          <a:prstGeom prst="line">
            <a:avLst/>
          </a:prstGeom>
          <a:noFill/>
          <a:ln w="25400">
            <a:solidFill>
              <a:srgbClr val="8A9B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822960" cy="822960"/>
          </a:xfrm>
          <a:prstGeom prst="ellipse">
            <a:avLst/>
          </a:prstGeom>
          <a:solidFill>
            <a:srgbClr val="EF83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870448" y="1600200"/>
            <a:ext cx="228600" cy="0"/>
          </a:xfrm>
          <a:prstGeom prst="line">
            <a:avLst/>
          </a:prstGeom>
          <a:noFill/>
          <a:ln w="25400">
            <a:solidFill>
              <a:srgbClr val="8A9B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188720"/>
            <a:ext cx="822960" cy="822960"/>
          </a:xfrm>
          <a:prstGeom prst="ellipse">
            <a:avLst/>
          </a:prstGeom>
          <a:solidFill>
            <a:srgbClr val="EF83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finds seller on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hold placed on payment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shipped to buyer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verifies &amp; confirms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 to seller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3566160"/>
            <a:ext cx="7315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703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buyer disputes or doesn't confirm, SafeGuard Pool covers the loss &amp; merchant's collateral is slashed.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Trinity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BVN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2011680" cy="0"/>
          </a:xfrm>
          <a:prstGeom prst="line">
            <a:avLst/>
          </a:prstGeom>
          <a:noFill/>
          <a:ln w="12700">
            <a:solidFill>
              <a:srgbClr val="FDE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00584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011680" cy="0"/>
          </a:xfrm>
          <a:prstGeom prst="line">
            <a:avLst/>
          </a:prstGeom>
          <a:noFill/>
          <a:ln w="12700">
            <a:solidFill>
              <a:srgbClr val="FDE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00584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Liveness + SIM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APIs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011680" cy="0"/>
          </a:xfrm>
          <a:prstGeom prst="line">
            <a:avLst/>
          </a:prstGeom>
          <a:noFill/>
          <a:ln w="12700">
            <a:solidFill>
              <a:srgbClr val="FDE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 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multi-source identity verification eliminates bad actors on day 1.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Collateral Staking Tiers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3716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Limit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(Annual)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Slash on Fraud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₦5M/mo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(T-bills)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₦50M/mo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(T-bills)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2788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is invested in T-bills, generating 12% yield annually. Merchants earn passive income while securing the platform. If fraud occurs, collateral is slashed proportionally.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18872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18288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 E-commerce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₦21.7T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CAGR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Commerce (Whatsapp, TikTok)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₦8.7T (40%)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Unbanked/Underbanked Pop.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42M adults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demographic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Expansion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2834640"/>
            <a:ext cx="1828800" cy="548640"/>
          </a:xfrm>
          <a:prstGeom prst="round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68880" y="28346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28346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28346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(Q2-Q4 2026): Establish dominance in Lagos. Phase 2 (2027): Expand to major metros. Phase 3 (2028): Regional expansion.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Model: 5 Streams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0312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645920"/>
                <a:gridCol w="182880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Fees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Charged on transaction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₦21.7T 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Fees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verification per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First-time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 Yield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T-bill yields on locked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p.a.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 AUM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support, advanced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₦5K/mo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sellers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SafeGuard Surplus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 spreads &amp; reserves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Pool-dependent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657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₦35,000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657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835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₦1,225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657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4F6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468880"/>
            <a:ext cx="36576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4F6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7863840" cy="1371600"/>
          </a:xfrm>
          <a:prstGeom prst="roundRect">
            <a:avLst/>
          </a:prstGeom>
          <a:solidFill>
            <a:srgbClr val="FDEEE7"/>
          </a:solidFill>
          <a:ln w="25400">
            <a:solidFill>
              <a:srgbClr val="EF8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546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unit economics driven by low customer acquisition cost (viral social commerce) &amp; high-margin verification. Collateral yield adds passive profitability at scale.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Financial Projections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0116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(2026)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 (2027)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(2028)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₦16.4M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₦52.7M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₦125.7M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Fees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₦31.6M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₦75.4M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Fees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₦8.4M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₦15.2M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 Yield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₦9.2M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₦28.3M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 by Year 2. Collateral yield becomes material driver in Year 3 as AUM scales.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Model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transforms trust from soft signal (reputation) to hard currency (skin in the game).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commerce is fragmented—unified escrow aggregates fractured demand.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verification achieves KYC-lite at scale without traditional banking friction.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immediate (transaction fees) AND compounding (collateral yield).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effects: More collateral locked → safer for buyers → more volume → more yield.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228600" cy="2286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moat: Collateral pool data + merchant relationships become switching cost.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64592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crackdown on fintech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CBN engagement; partner with licensed institutions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buyer adoption due to trust deficit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seeding + strong influencer partnerships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 pool depletion from fraud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Reinsurance partner + dynamic slash rates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entry (established e-commerce players)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F83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First-mover moat + merchant lock-in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PayPaddy — The Lagos Standard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Trust Layer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Nigerian Commerce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25400">
            <a:solidFill>
              <a:srgbClr val="EF8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Adedo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Cofounder, PayPaddy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ade.adedo@gmail.com | Lagos, Nigeria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2026-03-20T02:11:28Z</dcterms:created>
  <dcterms:modified xsi:type="dcterms:W3CDTF">2026-03-20T02:11:28Z</dcterms:modified>
</cp:coreProperties>
</file>